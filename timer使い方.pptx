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F4338C-6282-AADD-903B-DD76801D04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97D58D5-5382-8BEF-339C-CAAF845C7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FCBDAE-E598-609A-9504-9CB90689E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6E22A-A6D9-44ED-8F76-00B6563BCFFC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21A4223-3175-880B-6DF3-B76E18BCC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E845167-A92F-598A-93CC-C59700992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FE8F1-0703-41E8-B9F7-155394E5A5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3416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4A08DA-10DA-8E58-BD3C-302271311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82A4BC7-A190-6053-FB68-424C15173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FF7A463-C2F8-96B9-49A3-94A9A185F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6E22A-A6D9-44ED-8F76-00B6563BCFFC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1C0921-B953-D111-BF86-157C3C33C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9F2257-2B6F-305D-52F9-B95193E77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FE8F1-0703-41E8-B9F7-155394E5A5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788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195234-502A-3063-F72B-463E969C6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8DA4341-35C6-61A2-0139-D61DE21D7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ADFCF4-FD9A-213F-4A90-155BBFB6E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6E22A-A6D9-44ED-8F76-00B6563BCFFC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059FF40-A2CD-9745-B0E8-E052E3109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32500CA-C755-98FF-831D-48C7F8FE0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FE8F1-0703-41E8-B9F7-155394E5A5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7358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68233A8-8F6E-D8AA-DA53-4344D142A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33A3C2D-C17B-9866-F954-F2A4E1A03A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9BF1101-470F-15E5-391F-84458BCB67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B874899-3683-74E1-8321-8AE2EB719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6E22A-A6D9-44ED-8F76-00B6563BCFFC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FEC630B-6722-E010-5A95-A44B83E15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78E19B-5B86-251E-7164-451016584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FE8F1-0703-41E8-B9F7-155394E5A5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954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221D9F-2596-5971-F991-69FD37A71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269029A-3C63-023F-62F5-7C8B52C655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0AEB00F-E507-876E-A1BB-D152AF4AA7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63FF5CE-C5DA-7F10-6689-BF6AB2F68F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C07A243-7C3A-BF90-EBF5-CCB34B2664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F838DB3-7645-B46E-CD17-B7CC219AE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6E22A-A6D9-44ED-8F76-00B6563BCFFC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22CB89E-700C-5140-CB1E-31FF062DD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EB3FCED-9AB5-57ED-B959-E3D3CBF8A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FE8F1-0703-41E8-B9F7-155394E5A5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224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908F6C-2453-B29A-DCD5-69306005C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31DC2EF-10E6-F8BC-85D9-23EADB81F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6E22A-A6D9-44ED-8F76-00B6563BCFFC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41F20E4-D80A-EAA3-BC12-F95317394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376C1B4-40AB-EB07-F0B1-734E2D228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FE8F1-0703-41E8-B9F7-155394E5A5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9337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1880E11-EB18-03F5-2836-7C876A826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6E22A-A6D9-44ED-8F76-00B6563BCFFC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ECF96D3-EC33-BA13-9972-3E767E1C9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6A2F2E-58E9-623B-D674-FCF858CE9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FE8F1-0703-41E8-B9F7-155394E5A5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2149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DDDB9A-AD14-5D78-A8A5-33D7F84CF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F394D12-0539-EE95-C239-65A4C52E3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5B054D8-1AEB-9D5F-A479-E3C5003D3A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A932BD2-06B6-82A0-23FC-76AEF349B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6E22A-A6D9-44ED-8F76-00B6563BCFFC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BB20047-FD47-D041-D984-10B230153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76F5794-FE60-AC8A-293F-697AB5D28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FE8F1-0703-41E8-B9F7-155394E5A5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9295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D9F524-A884-68E3-E96D-17969C1FD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70B9764-E19C-18B0-6219-3298A50B9A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575F99C-2E08-D9FC-F446-7BB55A2EE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A6B81DF-39E2-87A1-DA30-1D2C5C882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6E22A-A6D9-44ED-8F76-00B6563BCFFC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DAAC779-9FE4-C6C4-3BCD-D97759043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1EA2E40-48A5-D2BE-B28F-93E85C668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FE8F1-0703-41E8-B9F7-155394E5A5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8368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399CC4-B9D6-13CA-CDAA-629AF64E8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603C46E-B90F-19D7-C8F6-E1011D2085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D16D4B-46FE-5DB8-8C88-3722A02FE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6E22A-A6D9-44ED-8F76-00B6563BCFFC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C040527-1B65-7764-0E8D-92A5E713A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5B7B61D-1962-ABBB-3481-9B22C3839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FE8F1-0703-41E8-B9F7-155394E5A5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1985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7FB72AD-73E8-2A23-C3B3-A291AB28CD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AD79584-20C6-2420-E14F-3318ADF3C4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9646E22-3989-7C25-F778-567FF1CB5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6E22A-A6D9-44ED-8F76-00B6563BCFFC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92AA4DF-A731-B03C-8446-63D8E7266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72379A-1A83-DEB5-5E2A-E15E950CD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FE8F1-0703-41E8-B9F7-155394E5A5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3668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B4ED41C-2409-7D03-D616-BB67912FF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D391F1D-A6B1-890F-7B20-54EBA4B5E7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C080F4-580D-B2E7-77D1-276A7434EF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26E22A-A6D9-44ED-8F76-00B6563BCFFC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F0D35A-27EF-A38D-2769-073888ACD1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7404FFD-E233-D97B-5C2E-EF0A76945D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BFE8F1-0703-41E8-B9F7-155394E5A5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0185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BA75A31F-3E73-2FA0-5CA4-D66A043BC7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59"/>
          <a:stretch>
            <a:fillRect/>
          </a:stretch>
        </p:blipFill>
        <p:spPr>
          <a:xfrm>
            <a:off x="7045336" y="1941816"/>
            <a:ext cx="4150070" cy="3410611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2E6AEBC-66DC-47DC-4D48-0FF95E2457F2}"/>
              </a:ext>
            </a:extLst>
          </p:cNvPr>
          <p:cNvSpPr txBox="1"/>
          <p:nvPr/>
        </p:nvSpPr>
        <p:spPr>
          <a:xfrm>
            <a:off x="924675" y="799448"/>
            <a:ext cx="6380252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/>
              <a:t>アプリの使い方</a:t>
            </a:r>
            <a:endParaRPr lang="en-US" altLang="ja-JP" sz="2400" b="1" dirty="0"/>
          </a:p>
          <a:p>
            <a:r>
              <a:rPr lang="en-US" altLang="ja-JP" dirty="0"/>
              <a:t> </a:t>
            </a:r>
            <a:r>
              <a:rPr lang="en-US" altLang="ja-JP" b="1" dirty="0"/>
              <a:t>① </a:t>
            </a:r>
            <a:r>
              <a:rPr lang="ja-JP" altLang="en-US" b="1" dirty="0"/>
              <a:t>アプリを起動する</a:t>
            </a:r>
            <a:endParaRPr lang="en-US" altLang="ja-JP" b="1" dirty="0"/>
          </a:p>
          <a:p>
            <a:r>
              <a:rPr lang="en-US" altLang="ja-JP" dirty="0"/>
              <a:t>  </a:t>
            </a:r>
            <a:r>
              <a:rPr lang="ja-JP" altLang="en-US" dirty="0"/>
              <a:t>ダウンロードした </a:t>
            </a:r>
            <a:r>
              <a:rPr lang="en-US" altLang="ja-JP" dirty="0"/>
              <a:t>`cute-timer 1.0.0.exe` </a:t>
            </a:r>
            <a:r>
              <a:rPr lang="ja-JP" altLang="en-US" dirty="0"/>
              <a:t>を</a:t>
            </a:r>
            <a:endParaRPr lang="en-US" altLang="ja-JP" dirty="0"/>
          </a:p>
          <a:p>
            <a:r>
              <a:rPr lang="en-US" altLang="ja-JP" dirty="0"/>
              <a:t> </a:t>
            </a:r>
            <a:r>
              <a:rPr lang="ja-JP" altLang="en-US" dirty="0"/>
              <a:t>ダブルクリックするだけ。</a:t>
            </a:r>
            <a:endParaRPr lang="en-US" altLang="ja-JP" dirty="0"/>
          </a:p>
          <a:p>
            <a:r>
              <a:rPr lang="en-US" altLang="ja-JP" b="1" dirty="0"/>
              <a:t> ② </a:t>
            </a:r>
            <a:r>
              <a:rPr lang="ja-JP" altLang="en-US" b="1" dirty="0"/>
              <a:t>時間をセットする</a:t>
            </a:r>
            <a:r>
              <a:rPr lang="en-US" altLang="ja-JP" b="1" dirty="0"/>
              <a:t>(</a:t>
            </a:r>
            <a:r>
              <a:rPr lang="ja-JP" altLang="en-US" b="1" dirty="0"/>
              <a:t>カウントダウン）</a:t>
            </a:r>
            <a:endParaRPr lang="en-US" altLang="ja-JP" b="1" dirty="0"/>
          </a:p>
          <a:p>
            <a:r>
              <a:rPr lang="ja-JP" altLang="en-US" dirty="0"/>
              <a:t>　画面の数字をクリックして、  </a:t>
            </a:r>
            <a:r>
              <a:rPr lang="en-US" altLang="ja-JP" dirty="0"/>
              <a:t>- </a:t>
            </a:r>
            <a:r>
              <a:rPr lang="ja-JP" altLang="en-US" dirty="0"/>
              <a:t>分  </a:t>
            </a:r>
            <a:r>
              <a:rPr lang="en-US" altLang="ja-JP" dirty="0"/>
              <a:t>- </a:t>
            </a:r>
            <a:r>
              <a:rPr lang="ja-JP" altLang="en-US" dirty="0"/>
              <a:t>秒 　を入力します。</a:t>
            </a:r>
            <a:endParaRPr lang="en-US" altLang="ja-JP" dirty="0"/>
          </a:p>
          <a:p>
            <a:r>
              <a:rPr lang="en-US" altLang="ja-JP" dirty="0"/>
              <a:t> </a:t>
            </a:r>
            <a:r>
              <a:rPr lang="en-US" altLang="ja-JP" b="1" dirty="0"/>
              <a:t>③ </a:t>
            </a:r>
            <a:r>
              <a:rPr lang="ja-JP" altLang="en-US" b="1" dirty="0"/>
              <a:t>スタート</a:t>
            </a:r>
            <a:endParaRPr lang="en-US" altLang="ja-JP" b="1" dirty="0"/>
          </a:p>
          <a:p>
            <a:r>
              <a:rPr lang="en-US" altLang="ja-JP" dirty="0"/>
              <a:t> </a:t>
            </a:r>
            <a:r>
              <a:rPr lang="ja-JP" altLang="en-US" dirty="0"/>
              <a:t>「開始」ボタンを押すとカウントダウンが始まります。</a:t>
            </a:r>
            <a:endParaRPr lang="en-US" altLang="ja-JP" dirty="0"/>
          </a:p>
          <a:p>
            <a:r>
              <a:rPr lang="ja-JP" altLang="en-US" b="1" dirty="0"/>
              <a:t> </a:t>
            </a:r>
            <a:r>
              <a:rPr lang="en-US" altLang="ja-JP" b="1" dirty="0"/>
              <a:t>④ </a:t>
            </a:r>
            <a:r>
              <a:rPr lang="ja-JP" altLang="en-US" b="1" dirty="0"/>
              <a:t>時間をセットする</a:t>
            </a:r>
            <a:r>
              <a:rPr lang="en-US" altLang="ja-JP" b="1" dirty="0"/>
              <a:t>(</a:t>
            </a:r>
            <a:r>
              <a:rPr lang="ja-JP" altLang="en-US" b="1" dirty="0"/>
              <a:t>カウントアップ）</a:t>
            </a:r>
            <a:endParaRPr lang="en-US" altLang="ja-JP" b="1" dirty="0"/>
          </a:p>
          <a:p>
            <a:r>
              <a:rPr lang="en-US" altLang="ja-JP" dirty="0"/>
              <a:t> </a:t>
            </a:r>
            <a:r>
              <a:rPr lang="ja-JP" altLang="en-US" dirty="0"/>
              <a:t>「リセット」ボタンをダブルクリック、  </a:t>
            </a:r>
            <a:r>
              <a:rPr lang="en-US" altLang="ja-JP" dirty="0"/>
              <a:t>- </a:t>
            </a:r>
            <a:r>
              <a:rPr lang="ja-JP" altLang="en-US" dirty="0"/>
              <a:t>分 </a:t>
            </a:r>
            <a:r>
              <a:rPr lang="en-US" altLang="ja-JP" dirty="0"/>
              <a:t>00 - </a:t>
            </a:r>
            <a:r>
              <a:rPr lang="ja-JP" altLang="en-US" dirty="0"/>
              <a:t>秒 </a:t>
            </a:r>
            <a:r>
              <a:rPr lang="en-US" altLang="ja-JP" dirty="0"/>
              <a:t>00</a:t>
            </a:r>
            <a:r>
              <a:rPr lang="ja-JP" altLang="en-US" dirty="0"/>
              <a:t>　　と表示されます。</a:t>
            </a:r>
            <a:endParaRPr lang="en-US" altLang="ja-JP" dirty="0"/>
          </a:p>
          <a:p>
            <a:r>
              <a:rPr lang="en-US" altLang="ja-JP" dirty="0"/>
              <a:t> </a:t>
            </a:r>
            <a:r>
              <a:rPr lang="en-US" altLang="ja-JP" b="1" dirty="0"/>
              <a:t>⑤ </a:t>
            </a:r>
            <a:r>
              <a:rPr lang="ja-JP" altLang="en-US" b="1" dirty="0"/>
              <a:t>スタート</a:t>
            </a:r>
            <a:endParaRPr lang="en-US" altLang="ja-JP" b="1" dirty="0"/>
          </a:p>
          <a:p>
            <a:r>
              <a:rPr lang="en-US" altLang="ja-JP" dirty="0"/>
              <a:t> </a:t>
            </a:r>
            <a:r>
              <a:rPr lang="ja-JP" altLang="en-US" dirty="0"/>
              <a:t>「開始」ボタンを押すとカウントアップが始まります。</a:t>
            </a:r>
            <a:endParaRPr lang="en-US" altLang="ja-JP" dirty="0"/>
          </a:p>
          <a:p>
            <a:r>
              <a:rPr lang="en-US" altLang="ja-JP" b="1" dirty="0"/>
              <a:t> ⑥ </a:t>
            </a:r>
            <a:r>
              <a:rPr lang="ja-JP" altLang="en-US" b="1" dirty="0"/>
              <a:t>一時停止</a:t>
            </a:r>
            <a:endParaRPr lang="en-US" altLang="ja-JP" b="1" dirty="0"/>
          </a:p>
          <a:p>
            <a:r>
              <a:rPr lang="en-US" altLang="ja-JP" dirty="0"/>
              <a:t> </a:t>
            </a:r>
            <a:r>
              <a:rPr lang="ja-JP" altLang="en-US" dirty="0"/>
              <a:t>「一時停止」ボタンを押すとカウントアップが一時停止します。</a:t>
            </a:r>
            <a:endParaRPr lang="en-US" altLang="ja-JP" dirty="0"/>
          </a:p>
          <a:p>
            <a:r>
              <a:rPr lang="en-US" altLang="ja-JP" dirty="0"/>
              <a:t> </a:t>
            </a:r>
            <a:r>
              <a:rPr lang="en-US" altLang="ja-JP" b="1" dirty="0"/>
              <a:t>⑦ </a:t>
            </a:r>
            <a:r>
              <a:rPr lang="ja-JP" altLang="en-US" b="1" dirty="0"/>
              <a:t>リセット</a:t>
            </a:r>
            <a:endParaRPr lang="en-US" altLang="ja-JP" b="1" dirty="0"/>
          </a:p>
          <a:p>
            <a:r>
              <a:rPr lang="en-US" altLang="ja-JP" dirty="0"/>
              <a:t> </a:t>
            </a:r>
            <a:r>
              <a:rPr lang="ja-JP" altLang="en-US" dirty="0"/>
              <a:t>「リセット」ボタンを押すとカウントアップがリセットされます。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FA639FF-697B-7B85-AAF8-7CCFA43754F9}"/>
              </a:ext>
            </a:extLst>
          </p:cNvPr>
          <p:cNvSpPr txBox="1"/>
          <p:nvPr/>
        </p:nvSpPr>
        <p:spPr>
          <a:xfrm>
            <a:off x="8236449" y="5662318"/>
            <a:ext cx="29589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600" dirty="0"/>
              <a:t>・</a:t>
            </a:r>
            <a:r>
              <a:rPr kumimoji="1" lang="en-US" altLang="ja-JP" sz="1600" dirty="0"/>
              <a:t>Ctrl+</a:t>
            </a:r>
            <a:r>
              <a:rPr lang="ja-JP" altLang="en-US" sz="1600" dirty="0"/>
              <a:t>スクロール　</a:t>
            </a:r>
            <a:endParaRPr lang="en-US" altLang="ja-JP" sz="1600" dirty="0"/>
          </a:p>
          <a:p>
            <a:r>
              <a:rPr lang="ja-JP" altLang="en-US" sz="1600" dirty="0"/>
              <a:t>アプリの拡大縮小が出来ます</a:t>
            </a:r>
            <a:endParaRPr kumimoji="1" lang="ja-JP" altLang="en-US" sz="16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970F9B3-E3BB-ACDC-403D-236AE17177B3}"/>
              </a:ext>
            </a:extLst>
          </p:cNvPr>
          <p:cNvSpPr txBox="1"/>
          <p:nvPr/>
        </p:nvSpPr>
        <p:spPr>
          <a:xfrm>
            <a:off x="9195371" y="2100595"/>
            <a:ext cx="18185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100" b="1" dirty="0"/>
              <a:t>←クローズボタン</a:t>
            </a:r>
          </a:p>
        </p:txBody>
      </p:sp>
    </p:spTree>
    <p:extLst>
      <p:ext uri="{BB962C8B-B14F-4D97-AF65-F5344CB8AC3E}">
        <p14:creationId xmlns:p14="http://schemas.microsoft.com/office/powerpoint/2010/main" val="1280758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</Words>
  <Application>Microsoft Office PowerPoint</Application>
  <PresentationFormat>ワイド画面</PresentationFormat>
  <Paragraphs>19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あさこ 石田</dc:creator>
  <cp:lastModifiedBy>あさこ 石田</cp:lastModifiedBy>
  <cp:revision>1</cp:revision>
  <dcterms:created xsi:type="dcterms:W3CDTF">2026-02-14T04:54:59Z</dcterms:created>
  <dcterms:modified xsi:type="dcterms:W3CDTF">2026-02-14T04:55:40Z</dcterms:modified>
</cp:coreProperties>
</file>